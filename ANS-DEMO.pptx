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3ECA8-80FE-4662-997C-9386E787C6E9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4C4F9-6053-4767-932A-7EF0A0102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2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F4C4F9-6053-4767-932A-7EF0A010294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568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41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7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5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44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99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9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16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0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79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9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73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2604A-ADD6-4A3B-B3AA-8E9803BF0030}" type="datetimeFigureOut">
              <a:rPr lang="en-IN" smtClean="0"/>
              <a:t>07-01-2021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6679A-1069-496A-B8A4-D1507E7F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7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06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Introdcuntion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Ansible</a:t>
            </a:r>
            <a:r>
              <a:rPr lang="en-US" sz="3600" dirty="0"/>
              <a:t> is a </a:t>
            </a:r>
            <a:r>
              <a:rPr lang="en-US" sz="3600" dirty="0" smtClean="0"/>
              <a:t>configuration </a:t>
            </a:r>
            <a:r>
              <a:rPr lang="en-US" sz="3600" dirty="0"/>
              <a:t>management and provisioning tool, similar to Chef and Puppet</a:t>
            </a:r>
            <a:endParaRPr lang="en-IN" sz="3600" dirty="0" smtClean="0"/>
          </a:p>
          <a:p>
            <a:r>
              <a:rPr lang="en-US" sz="3600" dirty="0"/>
              <a:t>Written in </a:t>
            </a:r>
            <a:r>
              <a:rPr lang="en-US" sz="3600" dirty="0" smtClean="0"/>
              <a:t>Python.</a:t>
            </a:r>
          </a:p>
          <a:p>
            <a:r>
              <a:rPr lang="en-US" sz="3600" dirty="0" smtClean="0"/>
              <a:t> </a:t>
            </a:r>
            <a:r>
              <a:rPr lang="en-US" sz="3600" dirty="0" err="1"/>
              <a:t>Ansible</a:t>
            </a:r>
            <a:r>
              <a:rPr lang="en-US" sz="3600" dirty="0"/>
              <a:t> uses YAML </a:t>
            </a:r>
            <a:r>
              <a:rPr lang="en-US" sz="3600" dirty="0" smtClean="0"/>
              <a:t>syntax.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32703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Ansible</a:t>
            </a:r>
            <a:r>
              <a:rPr lang="en-IN" dirty="0" smtClean="0"/>
              <a:t> is agent less.</a:t>
            </a:r>
          </a:p>
          <a:p>
            <a:r>
              <a:rPr lang="en-IN" dirty="0" smtClean="0"/>
              <a:t>Written in python.</a:t>
            </a:r>
          </a:p>
          <a:p>
            <a:r>
              <a:rPr lang="en-IN" dirty="0" smtClean="0"/>
              <a:t>Easy to learn.</a:t>
            </a:r>
          </a:p>
          <a:p>
            <a:r>
              <a:rPr lang="en-IN" dirty="0" smtClean="0"/>
              <a:t>Deploy infrastructure in record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716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Ansible</a:t>
            </a:r>
            <a:r>
              <a:rPr lang="en-IN" dirty="0" smtClean="0"/>
              <a:t> work flow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68760"/>
            <a:ext cx="8568952" cy="5252719"/>
          </a:xfrm>
        </p:spPr>
      </p:pic>
    </p:spTree>
    <p:extLst>
      <p:ext uri="{BB962C8B-B14F-4D97-AF65-F5344CB8AC3E}">
        <p14:creationId xmlns:p14="http://schemas.microsoft.com/office/powerpoint/2010/main" val="934384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Playbook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Inventories </a:t>
            </a:r>
          </a:p>
          <a:p>
            <a:r>
              <a:rPr lang="en-IN" dirty="0" smtClean="0"/>
              <a:t>Variables </a:t>
            </a:r>
          </a:p>
          <a:p>
            <a:r>
              <a:rPr lang="en-IN" dirty="0" smtClean="0"/>
              <a:t>Vault</a:t>
            </a:r>
          </a:p>
          <a:p>
            <a:r>
              <a:rPr lang="en-IN" dirty="0" smtClean="0"/>
              <a:t>Tasks</a:t>
            </a:r>
          </a:p>
          <a:p>
            <a:r>
              <a:rPr lang="en-IN" dirty="0" smtClean="0"/>
              <a:t>Roles</a:t>
            </a:r>
          </a:p>
        </p:txBody>
      </p:sp>
    </p:spTree>
    <p:extLst>
      <p:ext uri="{BB962C8B-B14F-4D97-AF65-F5344CB8AC3E}">
        <p14:creationId xmlns:p14="http://schemas.microsoft.com/office/powerpoint/2010/main" val="2546517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29600" cy="868958"/>
          </a:xfrm>
        </p:spPr>
        <p:txBody>
          <a:bodyPr>
            <a:normAutofit/>
          </a:bodyPr>
          <a:lstStyle/>
          <a:p>
            <a:r>
              <a:rPr lang="en-IN" sz="4000" dirty="0" smtClean="0"/>
              <a:t>Inventory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229600" cy="2448272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err="1" smtClean="0"/>
              <a:t>sudo</a:t>
            </a:r>
            <a:r>
              <a:rPr lang="en-US" sz="2400" dirty="0" smtClean="0"/>
              <a:t> vi /</a:t>
            </a:r>
            <a:r>
              <a:rPr lang="en-US" sz="2400" dirty="0" err="1" smtClean="0"/>
              <a:t>etc</a:t>
            </a:r>
            <a:r>
              <a:rPr lang="en-US" sz="2400" dirty="0" smtClean="0"/>
              <a:t>/</a:t>
            </a:r>
            <a:r>
              <a:rPr lang="en-US" sz="2400" dirty="0" err="1" smtClean="0"/>
              <a:t>ansible</a:t>
            </a:r>
            <a:r>
              <a:rPr lang="en-US" sz="2400" dirty="0" smtClean="0"/>
              <a:t>/hosts  </a:t>
            </a:r>
          </a:p>
          <a:p>
            <a:pPr marL="0" indent="0">
              <a:buNone/>
            </a:pPr>
            <a:r>
              <a:rPr lang="en-US" sz="2400" dirty="0" smtClean="0"/>
              <a:t>                [web]</a:t>
            </a:r>
          </a:p>
          <a:p>
            <a:pPr marL="0" indent="0">
              <a:buNone/>
            </a:pPr>
            <a:r>
              <a:rPr lang="en-US" sz="2400" dirty="0" smtClean="0"/>
              <a:t>                </a:t>
            </a:r>
            <a:r>
              <a:rPr lang="en-US" sz="2400" dirty="0" err="1" smtClean="0"/>
              <a:t>ip</a:t>
            </a:r>
            <a:r>
              <a:rPr lang="en-US" sz="2400" dirty="0" smtClean="0"/>
              <a:t>-address/hostname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…..</a:t>
            </a:r>
          </a:p>
          <a:p>
            <a:pPr marL="0" indent="0">
              <a:buNone/>
            </a:pPr>
            <a:r>
              <a:rPr lang="en-US" sz="2400" dirty="0" smtClean="0"/>
              <a:t>                [</a:t>
            </a:r>
            <a:r>
              <a:rPr lang="en-US" sz="2400" dirty="0" err="1" smtClean="0"/>
              <a:t>db</a:t>
            </a:r>
            <a:r>
              <a:rPr lang="en-US" sz="2400" dirty="0" smtClean="0"/>
              <a:t>]</a:t>
            </a:r>
          </a:p>
          <a:p>
            <a:pPr marL="0" indent="0">
              <a:buNone/>
            </a:pPr>
            <a:r>
              <a:rPr lang="en-US" sz="2400" dirty="0" smtClean="0"/>
              <a:t>                </a:t>
            </a:r>
            <a:r>
              <a:rPr lang="en-US" sz="2400" dirty="0" err="1" smtClean="0"/>
              <a:t>ip</a:t>
            </a:r>
            <a:r>
              <a:rPr lang="en-US" sz="2400" dirty="0" smtClean="0"/>
              <a:t>-address/hostname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…… 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520" y="4094711"/>
            <a:ext cx="85689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vi </a:t>
            </a:r>
            <a:r>
              <a:rPr lang="en-US" sz="2400" dirty="0" err="1" smtClean="0"/>
              <a:t>playbook.yaml</a:t>
            </a:r>
            <a:endParaRPr lang="en-US" sz="2400" dirty="0" smtClean="0"/>
          </a:p>
          <a:p>
            <a:r>
              <a:rPr lang="en-US" sz="2400" dirty="0" smtClean="0"/>
              <a:t>            ---</a:t>
            </a:r>
          </a:p>
          <a:p>
            <a:r>
              <a:rPr lang="en-US" sz="2400" dirty="0" smtClean="0"/>
              <a:t>            - hosts: </a:t>
            </a:r>
            <a:r>
              <a:rPr lang="en-US" sz="2400" dirty="0" err="1" smtClean="0"/>
              <a:t>db</a:t>
            </a:r>
            <a:endParaRPr lang="en-US" sz="2400" dirty="0" smtClean="0"/>
          </a:p>
          <a:p>
            <a:r>
              <a:rPr lang="en-US" sz="2400" dirty="0" smtClean="0"/>
              <a:t>               tasks:</a:t>
            </a:r>
          </a:p>
          <a:p>
            <a:r>
              <a:rPr lang="en-US" sz="2400" dirty="0" smtClean="0"/>
              <a:t>                    copy: </a:t>
            </a:r>
          </a:p>
          <a:p>
            <a:r>
              <a:rPr lang="en-US" sz="2400" dirty="0" smtClean="0"/>
              <a:t>                          </a:t>
            </a:r>
            <a:r>
              <a:rPr lang="en-US" sz="2400" dirty="0" err="1" smtClean="0"/>
              <a:t>src</a:t>
            </a:r>
            <a:r>
              <a:rPr lang="en-US" sz="2400" dirty="0" smtClean="0"/>
              <a:t>: /file/path</a:t>
            </a:r>
          </a:p>
          <a:p>
            <a:r>
              <a:rPr lang="en-US" sz="2400" dirty="0" smtClean="0"/>
              <a:t>                          </a:t>
            </a:r>
            <a:r>
              <a:rPr lang="en-US" sz="2400" dirty="0" err="1" smtClean="0"/>
              <a:t>dest</a:t>
            </a:r>
            <a:r>
              <a:rPr lang="en-US" sz="2400" dirty="0" smtClean="0"/>
              <a:t>: /file/path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0" y="34290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dirty="0" smtClean="0"/>
              <a:t>Tasks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416353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964488" cy="1008112"/>
          </a:xfrm>
        </p:spPr>
        <p:txBody>
          <a:bodyPr>
            <a:normAutofit/>
          </a:bodyPr>
          <a:lstStyle/>
          <a:p>
            <a:r>
              <a:rPr lang="en-IN" dirty="0" smtClean="0"/>
              <a:t>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664296"/>
          </a:xfrm>
        </p:spPr>
        <p:txBody>
          <a:bodyPr>
            <a:normAutofit/>
          </a:bodyPr>
          <a:lstStyle/>
          <a:p>
            <a:pPr lvl="0"/>
            <a:r>
              <a:rPr lang="en-IN" sz="2800" dirty="0"/>
              <a:t>In the playbook</a:t>
            </a:r>
          </a:p>
          <a:p>
            <a:pPr lvl="0"/>
            <a:r>
              <a:rPr lang="en-IN" sz="2800" dirty="0"/>
              <a:t>In the inventory file</a:t>
            </a:r>
          </a:p>
          <a:p>
            <a:pPr lvl="0"/>
            <a:r>
              <a:rPr lang="en-IN" sz="2800" dirty="0" smtClean="0"/>
              <a:t>Using</a:t>
            </a:r>
            <a:r>
              <a:rPr lang="en-IN" sz="2800" dirty="0"/>
              <a:t> </a:t>
            </a:r>
            <a:r>
              <a:rPr lang="en-IN" sz="2800" dirty="0" err="1"/>
              <a:t>group_vars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71784" y="3256878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dirty="0" err="1"/>
              <a:t>Ansible</a:t>
            </a:r>
            <a:r>
              <a:rPr lang="en-IN" sz="4000" dirty="0"/>
              <a:t>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119" y="4365104"/>
            <a:ext cx="8568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module is a command or set of similar commands which is executed on the client-side.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03610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Ansible</a:t>
            </a:r>
            <a:r>
              <a:rPr lang="en-US" dirty="0" smtClean="0"/>
              <a:t> Roles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role is the primary mechanism for breaking a playbook into multiple files</a:t>
            </a:r>
            <a:endParaRPr lang="en-IN" dirty="0" smtClean="0"/>
          </a:p>
          <a:p>
            <a:r>
              <a:rPr lang="en-IN" dirty="0" err="1" smtClean="0"/>
              <a:t>Ansible</a:t>
            </a:r>
            <a:r>
              <a:rPr lang="en-IN" dirty="0" smtClean="0"/>
              <a:t>-galaxy </a:t>
            </a:r>
            <a:r>
              <a:rPr lang="en-IN" dirty="0" err="1" smtClean="0"/>
              <a:t>init</a:t>
            </a:r>
            <a:r>
              <a:rPr lang="en-IN" dirty="0" smtClean="0"/>
              <a:t> role-name</a:t>
            </a:r>
          </a:p>
          <a:p>
            <a:pPr marL="0" indent="0">
              <a:buNone/>
            </a:pPr>
            <a:r>
              <a:rPr lang="en-US" sz="2400" dirty="0" smtClean="0"/>
              <a:t>Role-name/</a:t>
            </a:r>
          </a:p>
          <a:p>
            <a:pPr marL="0" indent="0">
              <a:buNone/>
            </a:pPr>
            <a:r>
              <a:rPr lang="en-US" sz="2400" dirty="0" smtClean="0"/>
              <a:t>       readme.md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 defaults/</a:t>
            </a:r>
          </a:p>
          <a:p>
            <a:pPr marL="0" indent="0">
              <a:buNone/>
            </a:pPr>
            <a:r>
              <a:rPr lang="en-US" sz="2400" dirty="0" smtClean="0"/>
              <a:t>       Files/</a:t>
            </a:r>
          </a:p>
          <a:p>
            <a:pPr marL="0" indent="0">
              <a:buNone/>
            </a:pPr>
            <a:r>
              <a:rPr lang="en-US" sz="2400" dirty="0" smtClean="0"/>
              <a:t>       handlers/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handlers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meta/</a:t>
            </a:r>
          </a:p>
          <a:p>
            <a:pPr marL="0" indent="0">
              <a:buNone/>
            </a:pPr>
            <a:r>
              <a:rPr lang="en-US" sz="2400" dirty="0" smtClean="0"/>
              <a:t>       tasks/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 templates/</a:t>
            </a:r>
          </a:p>
          <a:p>
            <a:pPr marL="0" indent="0">
              <a:buNone/>
            </a:pPr>
            <a:r>
              <a:rPr lang="en-US" sz="2400" dirty="0" smtClean="0"/>
              <a:t>       Tests/</a:t>
            </a:r>
          </a:p>
          <a:p>
            <a:pPr marL="0" indent="0">
              <a:buNone/>
            </a:pPr>
            <a:r>
              <a:rPr lang="en-US" sz="2400" dirty="0" smtClean="0"/>
              <a:t>       </a:t>
            </a:r>
            <a:r>
              <a:rPr lang="en-US" sz="2400" dirty="0" err="1" smtClean="0"/>
              <a:t>vars</a:t>
            </a:r>
            <a:r>
              <a:rPr lang="en-US" sz="2400" dirty="0" smtClean="0"/>
              <a:t>/</a:t>
            </a:r>
          </a:p>
          <a:p>
            <a:pPr marL="0" indent="0">
              <a:buNone/>
            </a:pPr>
            <a:r>
              <a:rPr lang="en-US" sz="2400" dirty="0" smtClean="0"/>
              <a:t>           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7355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204864"/>
            <a:ext cx="8229600" cy="24768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800" dirty="0" smtClean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IN" sz="8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627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182</Words>
  <Application>Microsoft Office PowerPoint</Application>
  <PresentationFormat>On-screen Show (4:3)</PresentationFormat>
  <Paragraphs>55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Introdcuntion</vt:lpstr>
      <vt:lpstr>Benefits</vt:lpstr>
      <vt:lpstr>Ansible work flow</vt:lpstr>
      <vt:lpstr>Playbook Components</vt:lpstr>
      <vt:lpstr>Inventory</vt:lpstr>
      <vt:lpstr>Variables</vt:lpstr>
      <vt:lpstr>Ansible Roles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</dc:title>
  <dc:creator>urc</dc:creator>
  <cp:lastModifiedBy>urc</cp:lastModifiedBy>
  <cp:revision>38</cp:revision>
  <dcterms:created xsi:type="dcterms:W3CDTF">2021-01-07T05:49:36Z</dcterms:created>
  <dcterms:modified xsi:type="dcterms:W3CDTF">2021-01-07T11:24:21Z</dcterms:modified>
</cp:coreProperties>
</file>